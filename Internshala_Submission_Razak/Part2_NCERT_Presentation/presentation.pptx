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03D-64F2-4E71-829D-D90C990F86D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601A-6791-43B6-A149-A622F3FFD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811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03D-64F2-4E71-829D-D90C990F86D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601A-6791-43B6-A149-A622F3FFD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658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03D-64F2-4E71-829D-D90C990F86D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601A-6791-43B6-A149-A622F3FFD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229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03D-64F2-4E71-829D-D90C990F86D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601A-6791-43B6-A149-A622F3FFD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081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03D-64F2-4E71-829D-D90C990F86D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601A-6791-43B6-A149-A622F3FFD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556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03D-64F2-4E71-829D-D90C990F86D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601A-6791-43B6-A149-A622F3FFD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966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03D-64F2-4E71-829D-D90C990F86D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601A-6791-43B6-A149-A622F3FFD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428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03D-64F2-4E71-829D-D90C990F86D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601A-6791-43B6-A149-A622F3FFD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85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03D-64F2-4E71-829D-D90C990F86D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601A-6791-43B6-A149-A622F3FFD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146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03D-64F2-4E71-829D-D90C990F86D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601A-6791-43B6-A149-A622F3FFD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110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03D-64F2-4E71-829D-D90C990F86D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601A-6791-43B6-A149-A622F3FFD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551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0103D-64F2-4E71-829D-D90C990F86D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B601A-6791-43B6-A149-A622F3FFD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306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501" y="865564"/>
            <a:ext cx="10058400" cy="534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6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01" y="831115"/>
            <a:ext cx="10058400" cy="512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34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07" y="656187"/>
            <a:ext cx="10058400" cy="512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385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3172"/>
            <a:ext cx="12192000" cy="625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51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2003"/>
            <a:ext cx="12192000" cy="61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79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648"/>
            <a:ext cx="12192000" cy="647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02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6932"/>
            <a:ext cx="12192000" cy="640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778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989"/>
            <a:ext cx="12192000" cy="647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099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1762"/>
            <a:ext cx="12192000" cy="619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790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23" y="303288"/>
            <a:ext cx="12192000" cy="644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014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Shaik.AbdulRazak</dc:creator>
  <cp:lastModifiedBy>Shaik.AbdulRazak</cp:lastModifiedBy>
  <cp:revision>1</cp:revision>
  <dcterms:created xsi:type="dcterms:W3CDTF">2026-05-04T16:10:38Z</dcterms:created>
  <dcterms:modified xsi:type="dcterms:W3CDTF">2026-05-04T16:11:02Z</dcterms:modified>
</cp:coreProperties>
</file>