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ED59CB-AAA3-5D0D-F404-71F8AD2FC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0A5A3C-46D9-0425-40DB-AA1C32DDB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" y="2177"/>
            <a:ext cx="15973697" cy="8989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B59263-9410-EDF8-6E99-628B38039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0"/>
            <a:ext cx="15468600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042EA1-095B-93DB-ADE5-4ACBBC2BB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C56874-4353-2A0C-A230-670536A09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C2C115-CF02-83C0-91B0-8523985EE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6256000" cy="9144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D8D414-00A8-FC0A-9C6A-6C734995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6"/>
            <a:ext cx="16256000" cy="9141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56E891-49B4-03EB-B7D8-1CBB8396E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520922-C295-1B82-9926-0AAFEAA4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C32604-B538-D0BA-DEE8-0F6A7CFE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2C7F6B-3591-A050-91F4-20BB8A89D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5" y="0"/>
            <a:ext cx="16190219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FC751F-21D4-8685-6E59-79AD348A5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84ACD5-AF02-875C-9A10-514860810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2"/>
            <a:ext cx="16256000" cy="91309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9F0CE1-2E04-737F-7E88-B743CDF6F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" y="0"/>
            <a:ext cx="16266648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6D0AB4-9AA8-5B9D-6EFF-A75E06563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6" y="23948"/>
            <a:ext cx="16240034" cy="91200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83ABEC-71A0-EC95-A1A5-CCE2C1620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" y="28302"/>
            <a:ext cx="16229149" cy="9115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VINOD KUMAR</dc:creator>
  <cp:lastModifiedBy>vinod sirikonda</cp:lastModifiedBy>
  <cp:revision>2</cp:revision>
  <dcterms:created xsi:type="dcterms:W3CDTF">2006-08-16T00:00:00Z</dcterms:created>
  <dcterms:modified xsi:type="dcterms:W3CDTF">2026-03-01T03:10:09Z</dcterms:modified>
</cp:coreProperties>
</file>